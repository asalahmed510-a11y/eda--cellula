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TT Hoves Bold" charset="1" panose="02000003020000060003"/>
      <p:regular r:id="rId26"/>
    </p:embeddedFont>
    <p:embeddedFont>
      <p:font typeface="TT Hoves" charset="1" panose="020000030200000600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07576" y="-2295434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9"/>
                </a:lnTo>
                <a:lnTo>
                  <a:pt x="0" y="11221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42279" y="3496186"/>
            <a:ext cx="3915066" cy="3915066"/>
          </a:xfrm>
          <a:custGeom>
            <a:avLst/>
            <a:gdLst/>
            <a:ahLst/>
            <a:cxnLst/>
            <a:rect r="r" b="b" t="t" l="l"/>
            <a:pathLst>
              <a:path h="3915066" w="3915066">
                <a:moveTo>
                  <a:pt x="0" y="0"/>
                </a:moveTo>
                <a:lnTo>
                  <a:pt x="3915066" y="0"/>
                </a:lnTo>
                <a:lnTo>
                  <a:pt x="3915066" y="3915066"/>
                </a:lnTo>
                <a:lnTo>
                  <a:pt x="0" y="3915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0365" y="4218685"/>
            <a:ext cx="7338060" cy="319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7"/>
              </a:lnSpc>
            </a:pPr>
            <a:r>
              <a:rPr lang="en-US" b="true" sz="8742" spc="-428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 : FIRST INTERN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7781" y="8127824"/>
            <a:ext cx="8459795" cy="168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Presented by : Salah Naimat</a:t>
            </a:r>
          </a:p>
          <a:p>
            <a:pPr algn="l">
              <a:lnSpc>
                <a:spcPts val="4381"/>
              </a:lnSpc>
            </a:pPr>
            <a:r>
              <a:rPr lang="en-US" sz="4381" spc="-87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Ahmad Salah</a:t>
            </a:r>
          </a:p>
          <a:p>
            <a:pPr algn="l">
              <a:lnSpc>
                <a:spcPts val="438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44244" y="3821274"/>
            <a:ext cx="11066520" cy="429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70"/>
              </a:lnSpc>
              <a:spcBef>
                <a:spcPct val="0"/>
              </a:spcBef>
            </a:pPr>
            <a:r>
              <a:rPr lang="en-US" b="true" sz="3163" spc="18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Description: </a:t>
            </a:r>
            <a:r>
              <a:rPr lang="en-US" sz="3163" spc="18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This dataset analyzes hotel booking behavior to support strategic and operational decision-making. It covers customer profiles, stay patterns, booking channels, pricing, and cancellation behavior. Business Value • Identify key customer segments and repeat guests • Analyze cancellation risk and demand patterns • Support pricing, capacity planning, and channel performance optimization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696258" y="-976142"/>
            <a:ext cx="7178388" cy="11878896"/>
            <a:chOff x="0" y="0"/>
            <a:chExt cx="1890604" cy="31285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0604" cy="3128598"/>
            </a:xfrm>
            <a:custGeom>
              <a:avLst/>
              <a:gdLst/>
              <a:ahLst/>
              <a:cxnLst/>
              <a:rect r="r" b="b" t="t" l="l"/>
              <a:pathLst>
                <a:path h="3128598" w="1890604">
                  <a:moveTo>
                    <a:pt x="0" y="0"/>
                  </a:moveTo>
                  <a:lnTo>
                    <a:pt x="1890604" y="0"/>
                  </a:lnTo>
                  <a:lnTo>
                    <a:pt x="1890604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890604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263798" y="-4131629"/>
            <a:ext cx="7991003" cy="7991003"/>
          </a:xfrm>
          <a:custGeom>
            <a:avLst/>
            <a:gdLst/>
            <a:ahLst/>
            <a:cxnLst/>
            <a:rect r="r" b="b" t="t" l="l"/>
            <a:pathLst>
              <a:path h="7991003" w="7991003">
                <a:moveTo>
                  <a:pt x="0" y="0"/>
                </a:moveTo>
                <a:lnTo>
                  <a:pt x="7991004" y="0"/>
                </a:lnTo>
                <a:lnTo>
                  <a:pt x="7991004" y="7991003"/>
                </a:lnTo>
                <a:lnTo>
                  <a:pt x="0" y="7991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97981" y="960133"/>
            <a:ext cx="11805870" cy="116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51"/>
              </a:lnSpc>
            </a:pPr>
            <a:r>
              <a:rPr lang="en-US" b="true" sz="9097" spc="-44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Hotel Booking Dataset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5009345" y="4960472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725735" y="6821207"/>
            <a:ext cx="5508869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4469" y="110490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4469" y="4955998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50"/>
              </a:lnSpc>
            </a:pPr>
            <a:r>
              <a:rPr lang="en-US" b="true" sz="500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029" y="2183489"/>
            <a:ext cx="10363384" cy="2327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w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 add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 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new column :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1.'number of family members'='number of children'+'number of adults'.</a:t>
            </a:r>
          </a:p>
          <a:p>
            <a:pPr algn="just">
              <a:lnSpc>
                <a:spcPts val="3119"/>
              </a:lnSpc>
            </a:pPr>
          </a:p>
          <a:p>
            <a:pPr algn="just">
              <a:lnSpc>
                <a:spcPts val="3119"/>
              </a:lnSpc>
            </a:pP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2.'number of nights per reservation'='number of week nights'+'number of weekend nights'</a:t>
            </a:r>
          </a:p>
          <a:p>
            <a:pPr algn="just">
              <a:lnSpc>
                <a:spcPts val="311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927647"/>
            <a:ext cx="9806646" cy="204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1.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transf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ormation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Room type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booking status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market segment type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,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 type of 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meal from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categorical 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to </a:t>
            </a: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numerical values.</a:t>
            </a:r>
          </a:p>
          <a:p>
            <a:pPr algn="just">
              <a:lnSpc>
                <a:spcPts val="3119"/>
              </a:lnSpc>
            </a:pP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2.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parsing the year and the month from each date of reservation</a:t>
            </a:r>
          </a:p>
          <a:p>
            <a:pPr algn="just">
              <a:lnSpc>
                <a:spcPts val="3119"/>
              </a:lnSpc>
            </a:pPr>
            <a:r>
              <a:rPr lang="en-US" b="true" sz="1999" spc="3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3. </a:t>
            </a:r>
            <a:r>
              <a:rPr lang="en-US" sz="1999" spc="31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dropping the data of date of reservation from 2015 &amp; 2016 </a:t>
            </a:r>
          </a:p>
          <a:p>
            <a:pPr algn="just">
              <a:lnSpc>
                <a:spcPts val="405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73496" y="1463331"/>
            <a:ext cx="273982" cy="245024"/>
            <a:chOff x="0" y="0"/>
            <a:chExt cx="91718" cy="820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73496" y="5330746"/>
            <a:ext cx="273982" cy="245024"/>
            <a:chOff x="0" y="0"/>
            <a:chExt cx="91718" cy="820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718" cy="82024"/>
            </a:xfrm>
            <a:custGeom>
              <a:avLst/>
              <a:gdLst/>
              <a:ahLst/>
              <a:cxnLst/>
              <a:rect r="r" b="b" t="t" l="l"/>
              <a:pathLst>
                <a:path h="82024" w="91718">
                  <a:moveTo>
                    <a:pt x="0" y="0"/>
                  </a:moveTo>
                  <a:lnTo>
                    <a:pt x="91718" y="0"/>
                  </a:lnTo>
                  <a:lnTo>
                    <a:pt x="91718" y="82024"/>
                  </a:lnTo>
                  <a:lnTo>
                    <a:pt x="0" y="82024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91718" cy="820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666837" y="361950"/>
            <a:ext cx="8045113" cy="84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18"/>
              </a:lnSpc>
            </a:pPr>
            <a:r>
              <a:rPr lang="en-US" b="true" sz="7942" spc="-389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Data Processing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55412" y="-7939543"/>
            <a:ext cx="14102688" cy="14102688"/>
          </a:xfrm>
          <a:custGeom>
            <a:avLst/>
            <a:gdLst/>
            <a:ahLst/>
            <a:cxnLst/>
            <a:rect r="r" b="b" t="t" l="l"/>
            <a:pathLst>
              <a:path h="14102688" w="14102688">
                <a:moveTo>
                  <a:pt x="0" y="0"/>
                </a:moveTo>
                <a:lnTo>
                  <a:pt x="14102688" y="0"/>
                </a:lnTo>
                <a:lnTo>
                  <a:pt x="14102688" y="14102689"/>
                </a:lnTo>
                <a:lnTo>
                  <a:pt x="0" y="141026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880286" y="-327462"/>
            <a:ext cx="6393149" cy="41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4"/>
              </a:lnSpc>
            </a:pPr>
            <a:r>
              <a:rPr lang="en-US" b="true" sz="32302" spc="-158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696258" y="9258300"/>
            <a:ext cx="19680517" cy="1115933"/>
            <a:chOff x="0" y="0"/>
            <a:chExt cx="5183346" cy="2939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83346" cy="293908"/>
            </a:xfrm>
            <a:custGeom>
              <a:avLst/>
              <a:gdLst/>
              <a:ahLst/>
              <a:cxnLst/>
              <a:rect r="r" b="b" t="t" l="l"/>
              <a:pathLst>
                <a:path h="293908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293908"/>
                  </a:lnTo>
                  <a:lnTo>
                    <a:pt x="0" y="29390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183346" cy="3510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14197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Salah Naimat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Ahmad Salah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5339" y="946483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4590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30761" y="946483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843801"/>
            <a:ext cx="11580662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Our Initial Data frame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856517" y="2678401"/>
            <a:ext cx="12364132" cy="4930198"/>
          </a:xfrm>
          <a:custGeom>
            <a:avLst/>
            <a:gdLst/>
            <a:ahLst/>
            <a:cxnLst/>
            <a:rect r="r" b="b" t="t" l="l"/>
            <a:pathLst>
              <a:path h="4930198" w="12364132">
                <a:moveTo>
                  <a:pt x="0" y="0"/>
                </a:moveTo>
                <a:lnTo>
                  <a:pt x="12364132" y="0"/>
                </a:lnTo>
                <a:lnTo>
                  <a:pt x="12364132" y="4930198"/>
                </a:lnTo>
                <a:lnTo>
                  <a:pt x="0" y="4930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54024" y="2678401"/>
            <a:ext cx="2897626" cy="6137209"/>
          </a:xfrm>
          <a:custGeom>
            <a:avLst/>
            <a:gdLst/>
            <a:ahLst/>
            <a:cxnLst/>
            <a:rect r="r" b="b" t="t" l="l"/>
            <a:pathLst>
              <a:path h="6137209" w="2897626">
                <a:moveTo>
                  <a:pt x="0" y="0"/>
                </a:moveTo>
                <a:lnTo>
                  <a:pt x="2897627" y="0"/>
                </a:lnTo>
                <a:lnTo>
                  <a:pt x="2897627" y="6137209"/>
                </a:lnTo>
                <a:lnTo>
                  <a:pt x="0" y="61372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188324" y="-588043"/>
            <a:ext cx="6211545" cy="400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1"/>
              </a:lnSpc>
            </a:pPr>
            <a:r>
              <a:rPr lang="en-US" b="true" sz="31384" spc="-1537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843801"/>
            <a:ext cx="960797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39988" y="2171505"/>
            <a:ext cx="9941310" cy="7593359"/>
          </a:xfrm>
          <a:custGeom>
            <a:avLst/>
            <a:gdLst/>
            <a:ahLst/>
            <a:cxnLst/>
            <a:rect r="r" b="b" t="t" l="l"/>
            <a:pathLst>
              <a:path h="7593359" w="9941310">
                <a:moveTo>
                  <a:pt x="0" y="0"/>
                </a:moveTo>
                <a:lnTo>
                  <a:pt x="9941310" y="0"/>
                </a:lnTo>
                <a:lnTo>
                  <a:pt x="9941310" y="7593359"/>
                </a:lnTo>
                <a:lnTo>
                  <a:pt x="0" y="7593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00" r="0" b="-419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843801"/>
            <a:ext cx="960797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87637" y="2493113"/>
            <a:ext cx="9152744" cy="6958869"/>
          </a:xfrm>
          <a:custGeom>
            <a:avLst/>
            <a:gdLst/>
            <a:ahLst/>
            <a:cxnLst/>
            <a:rect r="r" b="b" t="t" l="l"/>
            <a:pathLst>
              <a:path h="6958869" w="9152744">
                <a:moveTo>
                  <a:pt x="0" y="0"/>
                </a:moveTo>
                <a:lnTo>
                  <a:pt x="9152744" y="0"/>
                </a:lnTo>
                <a:lnTo>
                  <a:pt x="9152744" y="6958869"/>
                </a:lnTo>
                <a:lnTo>
                  <a:pt x="0" y="69588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926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436285"/>
            <a:ext cx="960797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39988" y="2191371"/>
            <a:ext cx="9132328" cy="7586857"/>
          </a:xfrm>
          <a:custGeom>
            <a:avLst/>
            <a:gdLst/>
            <a:ahLst/>
            <a:cxnLst/>
            <a:rect r="r" b="b" t="t" l="l"/>
            <a:pathLst>
              <a:path h="7586857" w="9132328">
                <a:moveTo>
                  <a:pt x="0" y="0"/>
                </a:moveTo>
                <a:lnTo>
                  <a:pt x="9132327" y="0"/>
                </a:lnTo>
                <a:lnTo>
                  <a:pt x="9132327" y="7586857"/>
                </a:lnTo>
                <a:lnTo>
                  <a:pt x="0" y="7586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843801"/>
            <a:ext cx="960797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100801" y="2171505"/>
            <a:ext cx="7545626" cy="7561057"/>
          </a:xfrm>
          <a:custGeom>
            <a:avLst/>
            <a:gdLst/>
            <a:ahLst/>
            <a:cxnLst/>
            <a:rect r="r" b="b" t="t" l="l"/>
            <a:pathLst>
              <a:path h="7561057" w="7545626">
                <a:moveTo>
                  <a:pt x="0" y="0"/>
                </a:moveTo>
                <a:lnTo>
                  <a:pt x="7545626" y="0"/>
                </a:lnTo>
                <a:lnTo>
                  <a:pt x="7545626" y="7561057"/>
                </a:lnTo>
                <a:lnTo>
                  <a:pt x="0" y="75610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9988" y="843801"/>
            <a:ext cx="9607970" cy="132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80"/>
              </a:lnSpc>
            </a:pPr>
            <a:r>
              <a:rPr lang="en-US" b="true" sz="9695" spc="-47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639988" y="2648793"/>
            <a:ext cx="8995595" cy="6937281"/>
          </a:xfrm>
          <a:custGeom>
            <a:avLst/>
            <a:gdLst/>
            <a:ahLst/>
            <a:cxnLst/>
            <a:rect r="r" b="b" t="t" l="l"/>
            <a:pathLst>
              <a:path h="6937281" w="8995595">
                <a:moveTo>
                  <a:pt x="0" y="0"/>
                </a:moveTo>
                <a:lnTo>
                  <a:pt x="8995595" y="0"/>
                </a:lnTo>
                <a:lnTo>
                  <a:pt x="8995595" y="6937281"/>
                </a:lnTo>
                <a:lnTo>
                  <a:pt x="0" y="69372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69776" y="700926"/>
            <a:ext cx="2219064" cy="5623309"/>
          </a:xfrm>
          <a:custGeom>
            <a:avLst/>
            <a:gdLst/>
            <a:ahLst/>
            <a:cxnLst/>
            <a:rect r="r" b="b" t="t" l="l"/>
            <a:pathLst>
              <a:path h="5623309" w="2219064">
                <a:moveTo>
                  <a:pt x="0" y="0"/>
                </a:moveTo>
                <a:lnTo>
                  <a:pt x="2219063" y="0"/>
                </a:lnTo>
                <a:lnTo>
                  <a:pt x="2219063" y="5623309"/>
                </a:lnTo>
                <a:lnTo>
                  <a:pt x="0" y="5623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-5400000">
            <a:off x="-1511992" y="7140632"/>
            <a:ext cx="4442574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10" id="10"/>
          <p:cNvSpPr txBox="true"/>
          <p:nvPr/>
        </p:nvSpPr>
        <p:spPr>
          <a:xfrm rot="-5400000">
            <a:off x="-752846" y="1919861"/>
            <a:ext cx="311732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3274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44805" y="1910528"/>
            <a:ext cx="9657474" cy="8037897"/>
          </a:xfrm>
          <a:custGeom>
            <a:avLst/>
            <a:gdLst/>
            <a:ahLst/>
            <a:cxnLst/>
            <a:rect r="r" b="b" t="t" l="l"/>
            <a:pathLst>
              <a:path h="8037897" w="9657474">
                <a:moveTo>
                  <a:pt x="0" y="0"/>
                </a:moveTo>
                <a:lnTo>
                  <a:pt x="9657474" y="0"/>
                </a:lnTo>
                <a:lnTo>
                  <a:pt x="9657474" y="8037898"/>
                </a:lnTo>
                <a:lnTo>
                  <a:pt x="0" y="8037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87971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87971" y="1910528"/>
            <a:ext cx="10470821" cy="8030254"/>
          </a:xfrm>
          <a:custGeom>
            <a:avLst/>
            <a:gdLst/>
            <a:ahLst/>
            <a:cxnLst/>
            <a:rect r="r" b="b" t="t" l="l"/>
            <a:pathLst>
              <a:path h="8030254" w="10470821">
                <a:moveTo>
                  <a:pt x="0" y="0"/>
                </a:moveTo>
                <a:lnTo>
                  <a:pt x="10470821" y="0"/>
                </a:lnTo>
                <a:lnTo>
                  <a:pt x="10470821" y="8030254"/>
                </a:lnTo>
                <a:lnTo>
                  <a:pt x="0" y="803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5622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65622" y="2321019"/>
            <a:ext cx="9404654" cy="7265055"/>
          </a:xfrm>
          <a:custGeom>
            <a:avLst/>
            <a:gdLst/>
            <a:ahLst/>
            <a:cxnLst/>
            <a:rect r="r" b="b" t="t" l="l"/>
            <a:pathLst>
              <a:path h="7265055" w="9404654">
                <a:moveTo>
                  <a:pt x="0" y="0"/>
                </a:moveTo>
                <a:lnTo>
                  <a:pt x="9404654" y="0"/>
                </a:lnTo>
                <a:lnTo>
                  <a:pt x="9404654" y="7265055"/>
                </a:lnTo>
                <a:lnTo>
                  <a:pt x="0" y="72650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0925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20925" y="2477460"/>
            <a:ext cx="9202140" cy="7108614"/>
          </a:xfrm>
          <a:custGeom>
            <a:avLst/>
            <a:gdLst/>
            <a:ahLst/>
            <a:cxnLst/>
            <a:rect r="r" b="b" t="t" l="l"/>
            <a:pathLst>
              <a:path h="7108614" w="9202140">
                <a:moveTo>
                  <a:pt x="0" y="0"/>
                </a:moveTo>
                <a:lnTo>
                  <a:pt x="9202140" y="0"/>
                </a:lnTo>
                <a:lnTo>
                  <a:pt x="9202140" y="7108614"/>
                </a:lnTo>
                <a:lnTo>
                  <a:pt x="0" y="71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0925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220925" y="2259586"/>
            <a:ext cx="9089438" cy="7240257"/>
          </a:xfrm>
          <a:custGeom>
            <a:avLst/>
            <a:gdLst/>
            <a:ahLst/>
            <a:cxnLst/>
            <a:rect r="r" b="b" t="t" l="l"/>
            <a:pathLst>
              <a:path h="7240257" w="9089438">
                <a:moveTo>
                  <a:pt x="0" y="0"/>
                </a:moveTo>
                <a:lnTo>
                  <a:pt x="9089438" y="0"/>
                </a:lnTo>
                <a:lnTo>
                  <a:pt x="9089438" y="7240257"/>
                </a:lnTo>
                <a:lnTo>
                  <a:pt x="0" y="7240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0925" y="538199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999792" y="2106566"/>
            <a:ext cx="9764153" cy="7817406"/>
          </a:xfrm>
          <a:custGeom>
            <a:avLst/>
            <a:gdLst/>
            <a:ahLst/>
            <a:cxnLst/>
            <a:rect r="r" b="b" t="t" l="l"/>
            <a:pathLst>
              <a:path h="7817406" w="9764153">
                <a:moveTo>
                  <a:pt x="0" y="0"/>
                </a:moveTo>
                <a:lnTo>
                  <a:pt x="9764154" y="0"/>
                </a:lnTo>
                <a:lnTo>
                  <a:pt x="9764154" y="7817406"/>
                </a:lnTo>
                <a:lnTo>
                  <a:pt x="0" y="7817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5622" y="368250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001800" y="1910528"/>
            <a:ext cx="10124418" cy="8030254"/>
          </a:xfrm>
          <a:custGeom>
            <a:avLst/>
            <a:gdLst/>
            <a:ahLst/>
            <a:cxnLst/>
            <a:rect r="r" b="b" t="t" l="l"/>
            <a:pathLst>
              <a:path h="8030254" w="10124418">
                <a:moveTo>
                  <a:pt x="0" y="0"/>
                </a:moveTo>
                <a:lnTo>
                  <a:pt x="10124418" y="0"/>
                </a:lnTo>
                <a:lnTo>
                  <a:pt x="10124418" y="8030254"/>
                </a:lnTo>
                <a:lnTo>
                  <a:pt x="0" y="8030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0925" y="815226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005016" y="1840803"/>
            <a:ext cx="8431833" cy="8446197"/>
          </a:xfrm>
          <a:custGeom>
            <a:avLst/>
            <a:gdLst/>
            <a:ahLst/>
            <a:cxnLst/>
            <a:rect r="r" b="b" t="t" l="l"/>
            <a:pathLst>
              <a:path h="8446197" w="8431833">
                <a:moveTo>
                  <a:pt x="0" y="0"/>
                </a:moveTo>
                <a:lnTo>
                  <a:pt x="8431833" y="0"/>
                </a:lnTo>
                <a:lnTo>
                  <a:pt x="8431833" y="8446197"/>
                </a:lnTo>
                <a:lnTo>
                  <a:pt x="0" y="844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20925" y="815226"/>
            <a:ext cx="7639050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Plots and Graphs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560011" y="-2564899"/>
            <a:ext cx="16075318" cy="16075318"/>
          </a:xfrm>
          <a:custGeom>
            <a:avLst/>
            <a:gdLst/>
            <a:ahLst/>
            <a:cxnLst/>
            <a:rect r="r" b="b" t="t" l="l"/>
            <a:pathLst>
              <a:path h="16075318" w="16075318">
                <a:moveTo>
                  <a:pt x="0" y="0"/>
                </a:moveTo>
                <a:lnTo>
                  <a:pt x="16075318" y="0"/>
                </a:lnTo>
                <a:lnTo>
                  <a:pt x="16075318" y="16075318"/>
                </a:lnTo>
                <a:lnTo>
                  <a:pt x="0" y="1607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96258" y="-976142"/>
            <a:ext cx="2222590" cy="11878896"/>
            <a:chOff x="0" y="0"/>
            <a:chExt cx="585373" cy="31285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3" cy="3128598"/>
            </a:xfrm>
            <a:custGeom>
              <a:avLst/>
              <a:gdLst/>
              <a:ahLst/>
              <a:cxnLst/>
              <a:rect r="r" b="b" t="t" l="l"/>
              <a:pathLst>
                <a:path h="3128598" w="585373">
                  <a:moveTo>
                    <a:pt x="0" y="0"/>
                  </a:moveTo>
                  <a:lnTo>
                    <a:pt x="585373" y="0"/>
                  </a:lnTo>
                  <a:lnTo>
                    <a:pt x="585373" y="3128598"/>
                  </a:lnTo>
                  <a:lnTo>
                    <a:pt x="0" y="3128598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3" cy="3185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-5400000">
            <a:off x="-1515484" y="7153650"/>
            <a:ext cx="444257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Ahmed Salah - Salah Naimat</a:t>
            </a:r>
          </a:p>
        </p:txBody>
      </p:sp>
      <p:sp>
        <p:nvSpPr>
          <p:cNvPr name="TextBox 8" id="8"/>
          <p:cNvSpPr txBox="true"/>
          <p:nvPr/>
        </p:nvSpPr>
        <p:spPr>
          <a:xfrm rot="-5400000">
            <a:off x="-749354" y="1906844"/>
            <a:ext cx="3117321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01687" y="6540872"/>
            <a:ext cx="7498697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17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4165" y="5330765"/>
            <a:ext cx="10239669" cy="184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74"/>
              </a:lnSpc>
            </a:pPr>
            <a:r>
              <a:rPr lang="en-US" b="true" sz="13404" spc="-656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PAIR PLOT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8698" y="3868003"/>
            <a:ext cx="12756919" cy="109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96"/>
              </a:lnSpc>
            </a:pPr>
            <a:r>
              <a:rPr lang="en-US" b="true" sz="7996" spc="-391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We want to present the: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228" y="2265045"/>
            <a:ext cx="13935782" cy="13935782"/>
          </a:xfrm>
          <a:custGeom>
            <a:avLst/>
            <a:gdLst/>
            <a:ahLst/>
            <a:cxnLst/>
            <a:rect r="r" b="b" t="t" l="l"/>
            <a:pathLst>
              <a:path h="13935782" w="13935782">
                <a:moveTo>
                  <a:pt x="0" y="0"/>
                </a:moveTo>
                <a:lnTo>
                  <a:pt x="13935782" y="0"/>
                </a:lnTo>
                <a:lnTo>
                  <a:pt x="13935782" y="13935782"/>
                </a:lnTo>
                <a:lnTo>
                  <a:pt x="0" y="1393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47636" y="1344386"/>
            <a:ext cx="8510300" cy="11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future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49000" y="4549090"/>
            <a:ext cx="7707571" cy="212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9"/>
              </a:lnSpc>
            </a:pPr>
            <a:r>
              <a:rPr lang="en-US" sz="4199" spc="25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Modeling:</a:t>
            </a:r>
          </a:p>
          <a:p>
            <a:pPr algn="just" marL="0" indent="0" lvl="0">
              <a:lnSpc>
                <a:spcPts val="5669"/>
              </a:lnSpc>
              <a:spcBef>
                <a:spcPct val="0"/>
              </a:spcBef>
            </a:pPr>
            <a:r>
              <a:rPr lang="en-US" sz="4199" spc="25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Creat A Machine Learning Model 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103228" y="0"/>
            <a:ext cx="6669372" cy="4817439"/>
            <a:chOff x="0" y="0"/>
            <a:chExt cx="1756542" cy="12687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6542" cy="1268790"/>
            </a:xfrm>
            <a:custGeom>
              <a:avLst/>
              <a:gdLst/>
              <a:ahLst/>
              <a:cxnLst/>
              <a:rect r="r" b="b" t="t" l="l"/>
              <a:pathLst>
                <a:path h="1268790" w="1756542">
                  <a:moveTo>
                    <a:pt x="0" y="0"/>
                  </a:moveTo>
                  <a:lnTo>
                    <a:pt x="1756542" y="0"/>
                  </a:lnTo>
                  <a:lnTo>
                    <a:pt x="1756542" y="1268790"/>
                  </a:lnTo>
                  <a:lnTo>
                    <a:pt x="0" y="1268790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756542" cy="132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-1145437" y="1339306"/>
            <a:ext cx="6265091" cy="483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14"/>
              </a:lnSpc>
            </a:pPr>
            <a:r>
              <a:rPr lang="en-US" b="true" sz="37888" spc="-1856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8448" y="358231"/>
            <a:ext cx="3117321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Ahmad Salah,Salah Naimat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31458" y="348706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55923" y="348706"/>
            <a:ext cx="1927462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EDA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30063" y="1936909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Salah Naimat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Ahmad Salah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EDA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4590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0761" y="344568"/>
            <a:ext cx="140626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4745" y="4864670"/>
            <a:ext cx="10598510" cy="20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b="true" sz="16402" spc="-803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DAHAdFnXt2Q</dc:identifier>
  <dcterms:modified xsi:type="dcterms:W3CDTF">2011-08-01T06:04:30Z</dcterms:modified>
  <cp:revision>1</cp:revision>
  <dc:title>Blue Modern Project Presentation</dc:title>
</cp:coreProperties>
</file>